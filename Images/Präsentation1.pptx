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04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8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50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37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020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67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93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70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36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964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A6F41-5EC0-4F92-932D-268D1D337AEB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2457A-68A8-4D3C-843B-E861685559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32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075436" cy="6858000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>
          <a:xfrm>
            <a:off x="1645920" y="1306286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1</a:t>
            </a:r>
            <a:endParaRPr lang="de-DE" dirty="0"/>
          </a:p>
        </p:txBody>
      </p:sp>
      <p:sp>
        <p:nvSpPr>
          <p:cNvPr id="7" name="Ellipse 6"/>
          <p:cNvSpPr/>
          <p:nvPr/>
        </p:nvSpPr>
        <p:spPr>
          <a:xfrm>
            <a:off x="1645920" y="1867988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2</a:t>
            </a:r>
            <a:endParaRPr lang="de-DE" dirty="0"/>
          </a:p>
        </p:txBody>
      </p:sp>
      <p:sp>
        <p:nvSpPr>
          <p:cNvPr id="8" name="Ellipse 7"/>
          <p:cNvSpPr/>
          <p:nvPr/>
        </p:nvSpPr>
        <p:spPr>
          <a:xfrm>
            <a:off x="1645920" y="2429690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3</a:t>
            </a:r>
            <a:endParaRPr lang="de-DE" dirty="0"/>
          </a:p>
        </p:txBody>
      </p:sp>
      <p:sp>
        <p:nvSpPr>
          <p:cNvPr id="9" name="Ellipse 8"/>
          <p:cNvSpPr/>
          <p:nvPr/>
        </p:nvSpPr>
        <p:spPr>
          <a:xfrm>
            <a:off x="1645920" y="4952996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4</a:t>
            </a:r>
            <a:endParaRPr lang="de-DE" dirty="0"/>
          </a:p>
        </p:txBody>
      </p:sp>
      <p:sp>
        <p:nvSpPr>
          <p:cNvPr id="10" name="Ellipse 9"/>
          <p:cNvSpPr/>
          <p:nvPr/>
        </p:nvSpPr>
        <p:spPr>
          <a:xfrm>
            <a:off x="1645920" y="5504904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0344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077303" cy="6862295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4302035" y="879566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1</a:t>
            </a:r>
            <a:endParaRPr lang="de-DE" dirty="0"/>
          </a:p>
        </p:txBody>
      </p:sp>
      <p:sp>
        <p:nvSpPr>
          <p:cNvPr id="6" name="Ellipse 5"/>
          <p:cNvSpPr/>
          <p:nvPr/>
        </p:nvSpPr>
        <p:spPr>
          <a:xfrm>
            <a:off x="3043646" y="1972492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2</a:t>
            </a:r>
            <a:endParaRPr lang="de-DE" dirty="0"/>
          </a:p>
        </p:txBody>
      </p:sp>
      <p:sp>
        <p:nvSpPr>
          <p:cNvPr id="7" name="Ellipse 6"/>
          <p:cNvSpPr/>
          <p:nvPr/>
        </p:nvSpPr>
        <p:spPr>
          <a:xfrm>
            <a:off x="1711234" y="2939143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3</a:t>
            </a:r>
            <a:endParaRPr lang="de-DE" dirty="0"/>
          </a:p>
        </p:txBody>
      </p:sp>
      <p:sp>
        <p:nvSpPr>
          <p:cNvPr id="8" name="Ellipse 7"/>
          <p:cNvSpPr/>
          <p:nvPr/>
        </p:nvSpPr>
        <p:spPr>
          <a:xfrm>
            <a:off x="9218024" y="5816667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012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098514" cy="6858000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3283132" y="3028407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1</a:t>
            </a:r>
            <a:endParaRPr lang="de-DE" dirty="0"/>
          </a:p>
        </p:txBody>
      </p:sp>
      <p:sp>
        <p:nvSpPr>
          <p:cNvPr id="6" name="Ellipse 5"/>
          <p:cNvSpPr/>
          <p:nvPr/>
        </p:nvSpPr>
        <p:spPr>
          <a:xfrm>
            <a:off x="6078584" y="3028407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2</a:t>
            </a:r>
            <a:endParaRPr lang="de-DE" dirty="0"/>
          </a:p>
        </p:txBody>
      </p:sp>
      <p:sp>
        <p:nvSpPr>
          <p:cNvPr id="7" name="Ellipse 6"/>
          <p:cNvSpPr/>
          <p:nvPr/>
        </p:nvSpPr>
        <p:spPr>
          <a:xfrm>
            <a:off x="9152710" y="3028407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362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098514" cy="6858000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>
          <a:xfrm>
            <a:off x="1724298" y="407127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1</a:t>
            </a:r>
            <a:endParaRPr lang="de-DE" dirty="0"/>
          </a:p>
        </p:txBody>
      </p:sp>
      <p:sp>
        <p:nvSpPr>
          <p:cNvPr id="7" name="Ellipse 6"/>
          <p:cNvSpPr/>
          <p:nvPr/>
        </p:nvSpPr>
        <p:spPr>
          <a:xfrm>
            <a:off x="9875520" y="1060269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5425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1094720" cy="6867266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3966754" y="648789"/>
            <a:ext cx="400594" cy="4005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280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15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Christian Aumaier</dc:creator>
  <cp:lastModifiedBy>Christian Aumaier</cp:lastModifiedBy>
  <cp:revision>6</cp:revision>
  <dcterms:created xsi:type="dcterms:W3CDTF">2025-12-02T09:07:33Z</dcterms:created>
  <dcterms:modified xsi:type="dcterms:W3CDTF">2025-12-02T09:54:44Z</dcterms:modified>
</cp:coreProperties>
</file>